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37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029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Customer Impact Workstream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7A90AA"/>
                </a:solidFill>
              </a:rPr>
              <a:t>  CAPITAL ONE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8394192" cy="74980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54864" cy="749808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A8"/>
                </a:solidFill>
              </a:rPr>
              <a:t>Our 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481328"/>
            <a:ext cx="8092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1A2535"/>
                </a:solidFill>
              </a:rPr>
              <a:t>We are a group of SREs, who partner with application teams and their respective SRE owners to determine the unique number of customers impacted during incidents or outages - providing leadership with accurate, real-time customer impact counts across all applications.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121408"/>
            <a:ext cx="201168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121408"/>
            <a:ext cx="201168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5CA8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01368" y="2249424"/>
            <a:ext cx="384048" cy="384048"/>
          </a:xfrm>
          <a:prstGeom prst="ellipse">
            <a:avLst/>
          </a:prstGeom>
          <a:solidFill>
            <a:srgbClr val="EBF2F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23317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26700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Engage Application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Teams &amp; SRE Owners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200400"/>
            <a:ext cx="1792224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26440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0" dirty="0">
                <a:solidFill>
                  <a:srgbClr val="4A5568"/>
                </a:solidFill>
              </a:rPr>
              <a:t>Work alongside application teams and SRE owners to understand the service architecture and identify the right signals needed to measure customer impact.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2505456" y="2121408"/>
            <a:ext cx="201168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05456" y="2121408"/>
            <a:ext cx="2011680" cy="54864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20" name="Text 17"/>
          <p:cNvSpPr/>
          <p:nvPr/>
        </p:nvSpPr>
        <p:spPr>
          <a:xfrm>
            <a:off x="2624328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07D2A"/>
                </a:solidFill>
              </a:rPr>
              <a:t>02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922776" y="2249424"/>
            <a:ext cx="384048" cy="384048"/>
          </a:xfrm>
          <a:prstGeom prst="ellipse">
            <a:avLst/>
          </a:prstGeom>
          <a:solidFill>
            <a:srgbClr val="FBF5E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33172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24328" y="26700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Instrument &amp; Convert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Queries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624328" y="3200400"/>
            <a:ext cx="1792224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5" name="Text 21"/>
          <p:cNvSpPr/>
          <p:nvPr/>
        </p:nvSpPr>
        <p:spPr>
          <a:xfrm>
            <a:off x="2624328" y="326440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0" dirty="0">
                <a:solidFill>
                  <a:srgbClr val="4A5568"/>
                </a:solidFill>
              </a:rPr>
              <a:t>Author and instrument customer impact queries. Convert existing CLS Kibana queries from ESL format to ES-DSL format for compatibility with modern observability tooling.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4626864" y="2121408"/>
            <a:ext cx="201168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26864" y="2121408"/>
            <a:ext cx="2011680" cy="54864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8" name="Text 24"/>
          <p:cNvSpPr/>
          <p:nvPr/>
        </p:nvSpPr>
        <p:spPr>
          <a:xfrm>
            <a:off x="4745736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5CA8"/>
                </a:solidFill>
              </a:rPr>
              <a:t>03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6044184" y="2249424"/>
            <a:ext cx="384048" cy="384048"/>
          </a:xfrm>
          <a:prstGeom prst="ellipse">
            <a:avLst/>
          </a:prstGeom>
          <a:solidFill>
            <a:srgbClr val="EBF2FA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331720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45736" y="26700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Build Datadog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Dashboards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45736" y="3200400"/>
            <a:ext cx="1792224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3" name="Text 28"/>
          <p:cNvSpPr/>
          <p:nvPr/>
        </p:nvSpPr>
        <p:spPr>
          <a:xfrm>
            <a:off x="4745736" y="326440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0" dirty="0">
                <a:solidFill>
                  <a:srgbClr val="4A5568"/>
                </a:solidFill>
              </a:rPr>
              <a:t>Create application-specific Datadog dashboards surfacing unique customer impact counts, error rates, and SLA breach metrics - visible during active incidents.</a:t>
            </a:r>
            <a:endParaRPr lang="en-US" sz="820" dirty="0"/>
          </a:p>
        </p:txBody>
      </p:sp>
      <p:sp>
        <p:nvSpPr>
          <p:cNvPr id="34" name="Shape 29"/>
          <p:cNvSpPr/>
          <p:nvPr/>
        </p:nvSpPr>
        <p:spPr>
          <a:xfrm>
            <a:off x="6748272" y="2121408"/>
            <a:ext cx="201168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748272" y="2121408"/>
            <a:ext cx="2011680" cy="54864"/>
          </a:xfrm>
          <a:prstGeom prst="rect">
            <a:avLst/>
          </a:prstGeom>
          <a:solidFill>
            <a:srgbClr val="1E7E4A"/>
          </a:solidFill>
          <a:ln/>
        </p:spPr>
      </p:sp>
      <p:sp>
        <p:nvSpPr>
          <p:cNvPr id="36" name="Text 31"/>
          <p:cNvSpPr/>
          <p:nvPr/>
        </p:nvSpPr>
        <p:spPr>
          <a:xfrm>
            <a:off x="6867144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7E4A"/>
                </a:solidFill>
              </a:rPr>
              <a:t>04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8165592" y="2249424"/>
            <a:ext cx="384048" cy="384048"/>
          </a:xfrm>
          <a:prstGeom prst="ellipse">
            <a:avLst/>
          </a:prstGeom>
          <a:solidFill>
            <a:srgbClr val="EBF7EF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331720"/>
            <a:ext cx="219456" cy="21945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67144" y="26700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Centralize on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2535"/>
                </a:solidFill>
              </a:rPr>
              <a:t>DTA Page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867144" y="3200400"/>
            <a:ext cx="1792224" cy="914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5"/>
          <p:cNvSpPr/>
          <p:nvPr/>
        </p:nvSpPr>
        <p:spPr>
          <a:xfrm>
            <a:off x="6867144" y="326440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0" dirty="0">
                <a:solidFill>
                  <a:srgbClr val="4A5568"/>
                </a:solidFill>
              </a:rPr>
              <a:t>Onboard counts to the DTA page - a single centralized view of customer impact across all applications. (DTA page has since been decommissioned; Datadog dashboards serve as the active replacement.)</a:t>
            </a:r>
            <a:endParaRPr lang="en-US" sz="820" dirty="0"/>
          </a:p>
        </p:txBody>
      </p:sp>
      <p:sp>
        <p:nvSpPr>
          <p:cNvPr id="42" name="Shape 36"/>
          <p:cNvSpPr/>
          <p:nvPr/>
        </p:nvSpPr>
        <p:spPr>
          <a:xfrm>
            <a:off x="2359152" y="2834640"/>
            <a:ext cx="128016" cy="0"/>
          </a:xfrm>
          <a:prstGeom prst="line">
            <a:avLst/>
          </a:prstGeom>
          <a:noFill/>
          <a:ln w="19050">
            <a:solidFill>
              <a:srgbClr val="D0D7E2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480560" y="2834640"/>
            <a:ext cx="128016" cy="0"/>
          </a:xfrm>
          <a:prstGeom prst="line">
            <a:avLst/>
          </a:prstGeom>
          <a:noFill/>
          <a:ln w="19050">
            <a:solidFill>
              <a:srgbClr val="D0D7E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601968" y="2834640"/>
            <a:ext cx="128016" cy="0"/>
          </a:xfrm>
          <a:prstGeom prst="line">
            <a:avLst/>
          </a:prstGeom>
          <a:noFill/>
          <a:ln w="19050">
            <a:solidFill>
              <a:srgbClr val="D0D7E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84048" y="4864608"/>
            <a:ext cx="8394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i="1" dirty="0">
                <a:solidFill>
                  <a:schemeClr val="accent1">
                    <a:lumMod val="50000"/>
                  </a:schemeClr>
                </a:solidFill>
              </a:rPr>
              <a:t>Application teams use queries to bridge the gap between technical system data and real-world customer experience - enabling transparent, proactive communication during critical events.</a:t>
            </a:r>
            <a:endParaRPr lang="en-US" sz="78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5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Workstream in Practice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AC8"/>
                </a:solidFill>
              </a:rPr>
              <a:t>Two Applications Instrumented as Part of This Engagement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44568" y="1024128"/>
            <a:ext cx="54864" cy="3931920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078992"/>
            <a:ext cx="4041648" cy="3474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078992"/>
            <a:ext cx="54864" cy="34747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78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5CA8"/>
                </a:solidFill>
              </a:rPr>
              <a:t>Authorization Integration Layer (AIL)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4996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536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Incident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438912" y="1719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INC23365374  ·  PRB0058624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47472" y="19568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Severity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38912" y="2176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Sev 4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47472" y="24140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4505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Description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38912" y="2633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AIL in SSB experienced 92K intermittent DB timeouts due to Oracle flash disk failure and subsequent cache rebuild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47472" y="28712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9077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Query Instrumented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38912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GenMs Timeout counts · SASFM flag-state metrics (T/P/N) · Auth→AIL SLA breach trace query (&gt;1100ms)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47472" y="33284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Dashboard Built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38912" y="3547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AIL-CI Datadog dashboard - 3 monitoring dimensions, 4 APM monitors deployed post-PIR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47472" y="37856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Customer Impact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38912" y="4005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SAS Fraud Scoring decisions made without customer profile analysis - 1.82% failure rate across AIL transactions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47472" y="42428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279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Outcome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38912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MTTD: 40 min  ·  MTTR: 9 hrs  ·  PIR completed  ·  Closed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754880" y="1078992"/>
            <a:ext cx="4041648" cy="347472"/>
          </a:xfrm>
          <a:prstGeom prst="rect">
            <a:avLst/>
          </a:prstGeom>
          <a:solidFill>
            <a:srgbClr val="FBF5E8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1078992"/>
            <a:ext cx="54864" cy="347472"/>
          </a:xfrm>
          <a:prstGeom prst="rect">
            <a:avLst/>
          </a:prstGeom>
          <a:solidFill>
            <a:srgbClr val="B07D2A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1078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7D2A"/>
                </a:solidFill>
              </a:rPr>
              <a:t>Action Servicing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4996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536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Incidents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846320" y="1719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IA0029131 (Sev 3C)  ·  IA0029107 (Sev 3)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754880" y="19568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1993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Severity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846320" y="2176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Sev 3 / 3C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54880" y="24140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4505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Description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846320" y="2633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Multi-app intermittent errors (Action Servicing, Bank Account Center) and Card/Personal Loan failures due to Experian vendor outage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754880" y="28712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9077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Query Instrumented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846320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Payments/Statements/Account Activity · App launch &amp; account load failures · Action Servicing all-errors aggregate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754880" y="33284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3649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Dashboard Built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846320" y="3547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Action Servicing - Customer Impact Datadog dashboard (3 core widgets)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754880" y="3785616"/>
            <a:ext cx="4041648" cy="43891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Customer Impact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846320" y="4005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295 errors captured in real time. Previously, teams had no visibility - app teams ran manual SQL queries on prod DB to determine impact count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4754880" y="4242816"/>
            <a:ext cx="4041648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2793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2535"/>
                </a:solidFill>
              </a:rPr>
              <a:t>Outcome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846320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A5568"/>
                </a:solidFill>
              </a:rPr>
              <a:t>Real-time customer impact visibility established  ·  Manual DB queries eliminated  ·  Resolved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4736592"/>
            <a:ext cx="9144000" cy="36576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4773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chemeClr val="accent1">
                    <a:lumMod val="50000"/>
                  </a:schemeClr>
                </a:solidFill>
              </a:rPr>
              <a:t>These two applications represent the end-to-end workstream: query instrumentation, dashboard creation, and centralized customer impact reporting - enabling leadership to make informed decisions during active incidents.</a:t>
            </a:r>
            <a:endParaRPr lang="en-US" sz="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474</Words>
  <Application>Microsoft Office PowerPoint</Application>
  <PresentationFormat>On-screen Show (16:9)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Impact Workstream</dc:title>
  <dc:subject>PptxGenJS Presentation</dc:subject>
  <dc:creator>PptxGenJS</dc:creator>
  <cp:lastModifiedBy>Muhammad Sami</cp:lastModifiedBy>
  <cp:revision>2</cp:revision>
  <dcterms:created xsi:type="dcterms:W3CDTF">2026-05-13T14:59:35Z</dcterms:created>
  <dcterms:modified xsi:type="dcterms:W3CDTF">2026-05-13T15:34:34Z</dcterms:modified>
</cp:coreProperties>
</file>