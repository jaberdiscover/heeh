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905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" cy="731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GPN SRE  | 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RCA Capability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Journey - Revised Project Plan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09728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Nayeem Khan</a:t>
            </a:r>
            <a:b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v1.0 - Revised from PO draft, restructured to 6 phases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Journey, 1 endpoint (MVP)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- December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- Capital 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from the original plan, and why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3-phase plan from Product is a solid starting point. Here's what I'm changing based on how these projects actually play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PO Plan (3 phases)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Scope &amp; Design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Data Access &amp; Compliance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Data Validation &amp; Integration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4 - Build, Validate &amp; Demo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 see: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Bundles Build + Validate + Demo into one phase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phase for telemetry audit before build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ops handoff - who runs this after demo?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phases labeled 'Phase 2'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SRE Plan (6 phases)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Scope, Architecture &amp; Alignment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Access, Compliance &amp; Telemetry Audit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- Correlation Engine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- AION Integration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Validation Against Historical Incidents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Demo, Hardening &amp; Ops Handoff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9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6 instead of 3: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gets its own phase - it's where we earn trust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Correlation and AION are separated - different risks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Telemetry audit added up front - can't correlate what we don't collect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Ops handoff is real work, not an afterthought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RCA - Milestone 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0" y="868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43800" y="868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Later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9875520" cy="3200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5256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14984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4984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0" y="1508760"/>
            <a:ext cx="0" cy="3977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9696" y="1508760"/>
            <a:ext cx="0" cy="3977640"/>
          </a:xfrm>
          <a:prstGeom prst="line">
            <a:avLst/>
          </a:prstGeom>
          <a:noFill/>
          <a:ln w="25400">
            <a:solidFill>
              <a:srgbClr val="E9A53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19656" y="55046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89304" y="170078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25496" y="170078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1655064"/>
            <a:ext cx="1536192" cy="25603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4752" y="16550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Scope, Architecture &amp; Alignment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86584" y="22037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0328" y="22037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2157984"/>
            <a:ext cx="2523744" cy="2560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Data Access, Compliance &amp; Telemetry Audit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10328" y="270662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7064" y="270662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2624" y="2660904"/>
            <a:ext cx="1316736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65776" y="26609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Build: Correlation Engine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07608" y="320954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24344" y="320954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9904" y="3163824"/>
            <a:ext cx="1316736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63056" y="31638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4 - Build: AION Integration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04888" y="37124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9A5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50808" y="37124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9A5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87184" y="3666744"/>
            <a:ext cx="1645920" cy="256032"/>
          </a:xfrm>
          <a:prstGeom prst="rect">
            <a:avLst/>
          </a:prstGeom>
          <a:solidFill>
            <a:srgbClr val="E9A53A"/>
          </a:solidFill>
          <a:ln w="12700">
            <a:solidFill>
              <a:srgbClr val="E9A5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0336" y="366674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5 - Validation Against Historical Incidents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750808" y="421538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4EA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64824" y="421538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4E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33104" y="4169664"/>
            <a:ext cx="2414016" cy="256032"/>
          </a:xfrm>
          <a:prstGeom prst="rect">
            <a:avLst/>
          </a:prstGeom>
          <a:solidFill>
            <a:srgbClr val="6B4EA8"/>
          </a:solidFill>
          <a:ln w="12700">
            <a:solidFill>
              <a:srgbClr val="6B4E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06256" y="41696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6 - Demo, Hardening &amp; Ops Handoff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5943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access delay → Phase 2 slip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gaps → weak RCA accuracy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 integration moving target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63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846320" y="5943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input (COF + DFS)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+ Cyber approvals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 platform readiness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sign-off (Andrew + Ben)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144000" y="5943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1 journey, 1 endpoint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RCA accuracy threshold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real incidents only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detail - what's in scope, what's at risk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749040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24688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Architecture &amp; Alignment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- mid May  (4 wks)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MVP scope. Finalize architecture (Client→Gateway→Services→DB). Jira epics. AION integration contract draft.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still in progress - blocks everything downstream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1005840"/>
            <a:ext cx="3749040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05840"/>
            <a:ext cx="73152" cy="24688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Access, Compliance &amp; Telemetry Audit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- end July  (12 wks)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591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+ Cyber approvals for Datadog, Splunk, ServiceNow. Telemetry audit - find instrumentation gaps before build.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approvals unpredictable. If telemetry covers &lt; 80%, scope may need rework.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21040" y="1005840"/>
            <a:ext cx="3749040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005840"/>
            <a:ext cx="73152" cy="2468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496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- Correlation Engine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- Aug  (6 wks)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49640" y="2148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23591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logs + traces + alerts. Correlate by span ID and timestamp. Apply signal/noise rules.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4964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4964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higher than expected → tune rules before AION integration.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3749040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611880"/>
            <a:ext cx="73152" cy="2468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- AION Integration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4480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- Sep  (4 wks)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49651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correlation output to AION. Handle payloads, latency, timeouts. Build SRE-facing output (ServiceNow or AION UI).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" y="5577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5788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 rate limits or latency at incident volume - validate early.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34840" y="3611880"/>
            <a:ext cx="3749040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3611880"/>
            <a:ext cx="73152" cy="2468880"/>
          </a:xfrm>
          <a:prstGeom prst="rect">
            <a:avLst/>
          </a:prstGeom>
          <a:solidFill>
            <a:srgbClr val="E9A53A"/>
          </a:solidFill>
          <a:ln w="12700">
            <a:solidFill>
              <a:srgbClr val="E9A5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Historical Incidents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63440" y="4480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- Oct  (6 wks)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9651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15–20 past P1/P2 incidents. Accuracy check + qualitative review by on-call SREs. Tune rules.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3440" y="5577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5788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 70% accuracy after tuning, delay demo. Don't demo something we can't stand behind.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21040" y="3611880"/>
            <a:ext cx="3749040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3611880"/>
            <a:ext cx="73152" cy="2468880"/>
          </a:xfrm>
          <a:prstGeom prst="rect">
            <a:avLst/>
          </a:prstGeom>
          <a:solidFill>
            <a:srgbClr val="6B4EA8"/>
          </a:solidFill>
          <a:ln w="12700">
            <a:solidFill>
              <a:srgbClr val="6B4E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496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496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Hardening &amp; Ops Handoff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49640" y="4480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- Dec  (8 wks)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49640" y="4754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549640" y="49651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demo on real incidents. Productionize. Runbooks. Ownership &amp; monitoring for the RCA tool itself.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49640" y="5577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49640" y="5788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handoff gets deprioritized after demo - I'm protecting this time.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know it's working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call this MVP done - all of these need to be true. Not some, all.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7432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743200" cy="731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hypothesis after P1 opens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7432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17320"/>
            <a:ext cx="27432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historical RCAs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27432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2743200" cy="73152"/>
          </a:xfrm>
          <a:prstGeom prst="rect">
            <a:avLst/>
          </a:prstGeom>
          <a:solidFill>
            <a:srgbClr val="E9A53A"/>
          </a:solidFill>
          <a:ln w="12700">
            <a:solidFill>
              <a:srgbClr val="E9A5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in correlation layer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417320"/>
            <a:ext cx="2743200" cy="164592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1417320"/>
            <a:ext cx="2743200" cy="73152"/>
          </a:xfrm>
          <a:prstGeom prst="rect">
            <a:avLst/>
          </a:prstGeom>
          <a:solidFill>
            <a:srgbClr val="6B4EA8"/>
          </a:solidFill>
          <a:ln w="12700">
            <a:solidFill>
              <a:srgbClr val="6B4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811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 sign off on usefulness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non-numeric ones (equally important):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runs on real historical incidents - not synthetic test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readable in under 10 seconds by an on-call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 modes are documented - we're honest about what this doesn't handle well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ownership is defined - someone owns running this after Phase 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hasn't crept - still one journey, one endpoint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each of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4173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the revised 6-phase scope by end of Week 1. Attend the demo in Phase 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17627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contact who can make integration decisions. Written integration contract before Phase 3 starts.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21762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 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352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(Andrew + Ben)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93522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journey architecture diagram (Client → Gateway → Services → DB).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2935224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9417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/ NCR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69417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on approval requests. API documentation for Datadog + Splunk access that's currently not shared.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3694176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kickoff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531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+ COF Leadership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445312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on the 'Disputes only, 1 endpoint' MVP scope. If you want more, we need to discuss timeline impact.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44531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Phase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212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SRE Team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52120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engineers available in Phase 5 to review output honestly - did this actually help or not?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5212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onwards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drive this. I need you to unblock me when I ask. That's the deal.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12880" y="6675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1015</Words>
  <Application>Microsoft Office PowerPoint</Application>
  <PresentationFormat>Widescreen</PresentationFormat>
  <Paragraphs>156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RCA — Disputes Journey</dc:title>
  <dc:subject>PptxGenJS Presentation</dc:subject>
  <dc:creator>PptxGenJS</dc:creator>
  <cp:lastModifiedBy>Muhammad Sami</cp:lastModifiedBy>
  <cp:revision>2</cp:revision>
  <dcterms:created xsi:type="dcterms:W3CDTF">2026-04-20T19:06:07Z</dcterms:created>
  <dcterms:modified xsi:type="dcterms:W3CDTF">2026-04-20T19:10:31Z</dcterms:modified>
</cp:coreProperties>
</file>